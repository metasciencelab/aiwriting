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18B"/>
    <a:srgbClr val="62A0CB"/>
    <a:srgbClr val="9C93C9"/>
    <a:srgbClr val="D0D7B2"/>
    <a:srgbClr val="94D698"/>
    <a:srgbClr val="99D89E"/>
    <a:srgbClr val="FFFFFF"/>
    <a:srgbClr val="FA8475"/>
    <a:srgbClr val="9B92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90" y="-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4A052-B7BF-EB2E-B13B-38E6988DCB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274234-2436-6FEC-C3CD-660D2D2966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F9E66-C216-404B-D65D-5DA299C41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60A7D-7B72-4698-99BB-3C19781CB3EA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FBE5A-D74B-5CA8-4DA2-6C95232F5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DF680-AC2E-06D9-20D6-AF3FDCBF5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D471-B48B-4E0B-B307-239A9C8CA1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1668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8FDBD-080E-78D6-03AE-C7638EE43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8F016-894C-FD10-560C-37EE136B8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7A0EC-E3BF-7800-B63B-E5AF44D2A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60A7D-7B72-4698-99BB-3C19781CB3EA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72885-ABE4-3922-6774-23BE6D835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B70DA-0590-818A-E716-B7FB4627E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D471-B48B-4E0B-B307-239A9C8CA1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1720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95C3A-4F18-E786-97BB-B9C334144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9C7BFB-62C8-7EFD-ACB3-D97AE1E9A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8CAE0-A066-0876-EC27-3CAF61120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60A7D-7B72-4698-99BB-3C19781CB3EA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A1DE7-F8EA-7008-5702-0D0C8AD8D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017D0-2C22-369D-4AAE-05D0A47FD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D471-B48B-4E0B-B307-239A9C8CA1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966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80853-184B-E5F5-DFCC-F4E059838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E85AF-FF43-B77F-AFF1-4441695B51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F71EB2-070B-DCCF-94F3-9CC3E69BB6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BA5F9C-48C0-8DB1-221E-151BB1F7E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60A7D-7B72-4698-99BB-3C19781CB3EA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60D437-4924-1D92-2FC7-D19EF0FC9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2840E9-3248-9E49-40B7-F0C5FB00E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D471-B48B-4E0B-B307-239A9C8CA1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345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3D756-DFFE-3BEF-BE22-F90A27D52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A76B4-9222-7A2E-81FE-8543F7AD8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088B58-C585-4DD3-DAE1-CE8CE9AA5D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3779DE-C6B7-1799-51A9-F4A420C4E5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AC9CBE-A057-0E57-3316-96EC1C23F7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F90FD1-F0CC-C1FC-5146-8405F62AF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60A7D-7B72-4698-99BB-3C19781CB3EA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700829-2ECA-EEA8-F99A-2A4B353ED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6B1D82-74A8-7E6C-EADD-5FF3D52CF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D471-B48B-4E0B-B307-239A9C8CA1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6480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E2186-27F4-C9D8-D72E-13B0C7949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C728A-6577-7F17-5D14-FE3FDEDF9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60A7D-7B72-4698-99BB-3C19781CB3EA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CDB12B-AC26-4670-D181-9307FF49F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849197-7286-D7BE-E6D0-88C215AF3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D471-B48B-4E0B-B307-239A9C8CA1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8933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01F225-D709-AAF7-807A-07CE03108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60A7D-7B72-4698-99BB-3C19781CB3EA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5AAEDE-2B41-C393-4BF9-04224509E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61E87-7DC8-DFC6-1C71-9A3DD14D9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D471-B48B-4E0B-B307-239A9C8CA1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75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3C114-BEC5-3BFB-C6D1-FEFDAADC8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93B12-71E3-12EC-F98D-706507137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68E728-A88B-832F-B704-157A0D686E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0C563-9C79-53F5-76DE-5B04CC060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60A7D-7B72-4698-99BB-3C19781CB3EA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69288C-AC65-EF2A-FF97-FDEB80A26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D54DE9-1C2D-E801-322B-1E3D93F48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D471-B48B-4E0B-B307-239A9C8CA1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9338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F7CA3-9E9F-8B0D-9511-3ABDEDF2F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357885-A5AB-8CE0-FE1F-8EC39A9D30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E4295-825D-B7DC-D26D-6C4C6F488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423B0F-655A-BB69-F009-AC338A8E7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60A7D-7B72-4698-99BB-3C19781CB3EA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8AB6E-486D-6D7D-8B5C-4E63B527A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34D6E-03C6-F484-DAB3-344B6F94D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D471-B48B-4E0B-B307-239A9C8CA1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0281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6188F-FE7F-F586-14FE-B1D62884F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EC1999-0B26-C795-F9E2-D1DDC085C0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5F102-59C7-ED49-8369-580FA638D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60A7D-7B72-4698-99BB-3C19781CB3EA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2F4B7A-9222-B3C7-4C88-33CE3322A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40CBA-783B-573A-A477-CC5046EAB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D471-B48B-4E0B-B307-239A9C8CA1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4518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2E01F8-9A07-4689-D1F0-FCF4087BE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A8630D-E7D2-276A-E2A4-6A4690D988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C30AC-BA15-7DDB-573F-A4529094A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60A7D-7B72-4698-99BB-3C19781CB3EA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3A212-D573-08D9-42BD-006B93008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1E902-60EB-D1AC-D325-E32464883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57D471-B48B-4E0B-B307-239A9C8CA1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119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22C110-CDDC-EE8D-0214-6F5D8B9AF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72ED8-E376-8DF1-732B-52821945E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D91CF-B2CA-10D8-2D31-1F7E56738D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E60A7D-7B72-4698-99BB-3C19781CB3EA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7E516-A8F9-B91E-6E31-F3B0C26E1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6B0FF-10D5-DE5A-181A-9BFF1C98B1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57D471-B48B-4E0B-B307-239A9C8CA1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0200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BF6FE-BC9E-1D17-F7BD-38CCAAB5C0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zzz</a:t>
            </a:r>
            <a:endParaRPr lang="zh-CN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806A71-AFEA-754A-1BBF-C9B42B7E64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solidFill>
                <a:srgbClr val="FFC18B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8E5915-A820-5714-1808-CCFE7BCFAF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5683" y="938213"/>
            <a:ext cx="5564633" cy="51435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330EADF-E0F8-5798-24B6-998DCA17EF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07703" y="1355407"/>
            <a:ext cx="74814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011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344AB30-241B-95BA-07AE-BE861AEBD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62287" y="2486819"/>
            <a:ext cx="74199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FD9292-D681-A9B4-AE7C-416A405FB14B}"/>
              </a:ext>
            </a:extLst>
          </p:cNvPr>
          <p:cNvSpPr txBox="1"/>
          <p:nvPr/>
        </p:nvSpPr>
        <p:spPr>
          <a:xfrm>
            <a:off x="5791200" y="254000"/>
            <a:ext cx="1365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solidFill>
                  <a:srgbClr val="9C93C9"/>
                </a:solidFill>
              </a:rPr>
              <a:t>aaa</a:t>
            </a:r>
            <a:endParaRPr lang="zh-CN" altLang="en-US" dirty="0">
              <a:solidFill>
                <a:srgbClr val="9C93C9"/>
              </a:solidFill>
            </a:endParaRP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A699153F-0EF3-B958-0779-F22FD6A74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1247775"/>
            <a:ext cx="94107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7189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D8457-E399-08AE-57B0-9645ACE5F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xxx</a:t>
            </a:r>
            <a:endParaRPr lang="zh-CN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7916BF9-B2ED-C5BC-CE84-20CF4B89F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6013" y="0"/>
            <a:ext cx="74199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0279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3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Theme</vt:lpstr>
      <vt:lpstr>zzz</vt:lpstr>
      <vt:lpstr>PowerPoint Presentation</vt:lpstr>
      <vt:lpstr>xxx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Jialin Liu</dc:creator>
  <cp:lastModifiedBy>Jialin Liu</cp:lastModifiedBy>
  <cp:revision>1</cp:revision>
  <dcterms:created xsi:type="dcterms:W3CDTF">2025-11-12T22:12:35Z</dcterms:created>
  <dcterms:modified xsi:type="dcterms:W3CDTF">2025-11-13T00:21:50Z</dcterms:modified>
</cp:coreProperties>
</file>